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00" r:id="rId1"/>
  </p:sldMasterIdLst>
  <p:notesMasterIdLst>
    <p:notesMasterId r:id="rId12"/>
  </p:notesMasterIdLst>
  <p:sldIdLst>
    <p:sldId id="277" r:id="rId2"/>
    <p:sldId id="278" r:id="rId3"/>
    <p:sldId id="279" r:id="rId4"/>
    <p:sldId id="286" r:id="rId5"/>
    <p:sldId id="280" r:id="rId6"/>
    <p:sldId id="281" r:id="rId7"/>
    <p:sldId id="282" r:id="rId8"/>
    <p:sldId id="283" r:id="rId9"/>
    <p:sldId id="284" r:id="rId10"/>
    <p:sldId id="28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8"/>
    <p:restoredTop sz="94694"/>
  </p:normalViewPr>
  <p:slideViewPr>
    <p:cSldViewPr snapToGrid="0" snapToObjects="1">
      <p:cViewPr varScale="1">
        <p:scale>
          <a:sx n="156" d="100"/>
          <a:sy n="156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06C3-0D37-1E4B-AB06-F67F2304B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74DE2-44F0-154B-9FE6-BCB6D1E86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33B0-B879-9D40-9953-106C0922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950AD-E443-1743-A459-21F1AAF6F81A}" type="datetime1">
              <a:rPr lang="en-CA" smtClean="0"/>
              <a:t>2025-05-11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1F4B7-24D8-504D-91CD-3E8202E86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91076-2E3A-CF41-96E4-D4E77A0C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8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0978-DDE8-6144-A6B8-517FFF2E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7744-5627-D646-9036-52ED7E56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600"/>
              </a:spcAft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0F3F8-FC0C-1B43-BB73-11800B42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9F57-6224-5A48-B5A0-8B41CBC82DE5}" type="datetime1">
              <a:rPr lang="en-CA" smtClean="0"/>
              <a:t>2025-05-11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0E874-E612-CA46-B18E-0C8FA220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7269F-A49C-1948-BC2E-ABADCE19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69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0754-0214-DF47-9D67-A716F6494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34BCA-78F6-F745-9EBE-EE525CDE7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707FE-6251-4E4B-BDFF-5C0B1706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3F797-7154-BC4F-9D0E-5EAD5AEED6D6}" type="datetime1">
              <a:rPr lang="en-CA" smtClean="0"/>
              <a:t>2025-05-11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AF015-083F-9840-9A9E-9E31B7D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0E270-7D4E-DB45-B70B-D033519B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44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8785-840A-474A-B8BA-27207C01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C8B25-A9AD-F143-AD1A-17A95F44E0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209DA-22E0-B146-A689-48B1E9D38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82A87-E151-8641-8C5C-327C5209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7AE3F-C575-B946-9624-8F064FF29641}" type="datetime1">
              <a:rPr lang="en-CA" smtClean="0"/>
              <a:t>2025-05-11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2E4D-CFE1-864C-892F-C0510CC3C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37C13-4A25-3440-9E41-0DB77345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5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B1DBC-EEEB-1C44-A4C7-02D9BB9C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D77D7-D2B1-0841-9C20-538058B42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D616F-C61F-5B43-8094-DFDD05AE6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AF8CD-147D-0A4A-BE13-69AAC57DB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EBD089-7443-DF4A-B93B-FC32F414C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8830C-AD3A-A446-BF5B-7A77BA98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57352-CE81-D949-8615-D94A6D43C5AB}" type="datetime1">
              <a:rPr lang="en-CA" smtClean="0"/>
              <a:t>2025-05-11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AD4C6-8A32-E04D-85DA-37391648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50648-37B9-F641-A809-40BEBE4C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48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2026B-B6A3-EF4D-842B-9C96C95E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243C6-3123-ED41-BC4A-2F8A58F1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584D-0879-4C43-9A33-9262212C8909}" type="datetime1">
              <a:rPr lang="en-CA" smtClean="0"/>
              <a:t>2025-05-11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FF4D9-A959-C943-9751-31FDE7548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8D117-E466-BD48-A108-6422DCF1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1BBCE3-E514-D54F-B044-7DF10F00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55C8E-3F84-9742-9F0E-FF66F4EE05BA}" type="datetime1">
              <a:rPr lang="en-CA" smtClean="0"/>
              <a:t>2025-05-11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19DF5-0E3C-2C40-BDE6-94E98A9F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5E4FB-2E36-024F-9776-AFED77F0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9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21DF-5A92-D94F-88C5-5DB1A9683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A461-75EB-C94E-A41A-1280134B9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39AE-0AA2-2B40-B6F4-B24A10D9A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93C8F-B5C1-0D4A-8556-73269A2E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87085-DD22-E94F-A745-BA3BAACACBF9}" type="datetime1">
              <a:rPr lang="en-CA" smtClean="0"/>
              <a:t>2025-05-11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A6773-21F3-7040-BF77-4C1D0B809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52BF5-D92E-A14D-B1B8-704532D27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6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B85D-520A-BD48-A297-F7A9EDDB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093CD-6667-AD4E-93F7-F3B21EF98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CED6C-F32A-6A44-B857-EBD308B3E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4EDF9-2E61-C346-AEC1-C5515D51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53C96-34AC-1447-87E6-A53840AE668C}" type="datetime1">
              <a:rPr lang="en-CA" smtClean="0"/>
              <a:t>2025-05-11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8F289B-5706-A047-960A-6FDB1750F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2078-4758-934E-BFE9-86E98A44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98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CE0D-89FC-894E-837F-75025627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0ACAA-2C0A-304E-83F1-4EB51F17E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2CE1A-ECCD-7C45-9EC1-935CBB99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78DE7-32B7-DE46-BFEF-C88F96B6CB46}" type="datetime1">
              <a:rPr lang="en-CA" smtClean="0"/>
              <a:t>2025-05-11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B26C1-B795-194B-A2F7-B95309E5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3C09-DCC3-4E4C-AE13-B0962DDB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37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84669-9A93-654D-9A2F-8081C8778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B22E1-C8CF-4B47-B5A2-1EE8384A2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452BC-8E3F-AD42-BB94-46241CB0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A3F3E-97D7-E44B-928F-428312F41925}" type="datetime1">
              <a:rPr lang="en-CA" smtClean="0"/>
              <a:t>2025-05-11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2FCD2-719C-FC4A-8ADE-C7C90A06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E3A0-1E32-BB4E-B406-C1247893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9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725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2700"/>
            </a:lvl1pPr>
            <a:lvl2pPr lvl="1" algn="ctr">
              <a:spcBef>
                <a:spcPts val="0"/>
              </a:spcBef>
              <a:buSzPct val="100000"/>
              <a:defRPr sz="2700"/>
            </a:lvl2pPr>
            <a:lvl3pPr lvl="2" algn="ctr">
              <a:spcBef>
                <a:spcPts val="0"/>
              </a:spcBef>
              <a:buSzPct val="100000"/>
              <a:defRPr sz="2700"/>
            </a:lvl3pPr>
            <a:lvl4pPr lvl="3" algn="ctr">
              <a:spcBef>
                <a:spcPts val="0"/>
              </a:spcBef>
              <a:buSzPct val="100000"/>
              <a:defRPr sz="2700"/>
            </a:lvl4pPr>
            <a:lvl5pPr lvl="4" algn="ctr">
              <a:spcBef>
                <a:spcPts val="0"/>
              </a:spcBef>
              <a:buSzPct val="100000"/>
              <a:defRPr sz="2700"/>
            </a:lvl5pPr>
            <a:lvl6pPr lvl="5" algn="ctr">
              <a:spcBef>
                <a:spcPts val="0"/>
              </a:spcBef>
              <a:buSzPct val="100000"/>
              <a:defRPr sz="2700"/>
            </a:lvl6pPr>
            <a:lvl7pPr lvl="6" algn="ctr">
              <a:spcBef>
                <a:spcPts val="0"/>
              </a:spcBef>
              <a:buSzPct val="100000"/>
              <a:defRPr sz="2700"/>
            </a:lvl7pPr>
            <a:lvl8pPr lvl="7" algn="ctr">
              <a:spcBef>
                <a:spcPts val="0"/>
              </a:spcBef>
              <a:buSzPct val="100000"/>
              <a:defRPr sz="2700"/>
            </a:lvl8pPr>
            <a:lvl9pPr lvl="8" algn="ctr">
              <a:spcBef>
                <a:spcPts val="0"/>
              </a:spcBef>
              <a:buSzPct val="100000"/>
              <a:defRPr sz="27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7379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FBF36-3AE9-6F4F-9D44-FDF1EDE6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33E42-24FB-9E4C-A197-FBE95A39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9F3E4-CCFD-A546-BD98-34B6A6B34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D0DE7-FBBE-9D43-9800-3DF9B4EF63B2}" type="datetime1">
              <a:rPr lang="en-CA" smtClean="0"/>
              <a:t>2025-05-11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AAA39-D2DE-7B4A-BB24-AAC6C28B6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1F2AD-686E-E445-9758-B74AC410C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52BF6-6A9C-D04A-BBE8-37A07D64A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82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9465-C4CA-F548-8A0F-C6602324BD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Calibri"/>
                <a:ea typeface="Calibri"/>
                <a:cs typeface="Calibri"/>
                <a:sym typeface="Calibri"/>
              </a:rPr>
              <a:t>Why you should (not) take a </a:t>
            </a:r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 dirty="0">
                <a:latin typeface="Calibri"/>
                <a:ea typeface="Calibri"/>
                <a:cs typeface="Calibri"/>
                <a:sym typeface="Calibri"/>
              </a:rPr>
              <a:t>Compilers course (with Anoop)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78822-D246-A44D-B889-C5724B2AD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093819"/>
          </a:xfrm>
        </p:spPr>
        <p:txBody>
          <a:bodyPr/>
          <a:lstStyle/>
          <a:p>
            <a:pPr>
              <a:buClr>
                <a:srgbClr val="888888"/>
              </a:buClr>
              <a:buSzPct val="25000"/>
            </a:pPr>
            <a:r>
              <a:rPr lang="en-US" sz="20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CMPT 379: Compilers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20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Anoop Sarkar</a:t>
            </a:r>
          </a:p>
          <a:p>
            <a:pPr>
              <a:spcBef>
                <a:spcPts val="480"/>
              </a:spcBef>
              <a:buClr>
                <a:srgbClr val="888888"/>
              </a:buClr>
              <a:buSzPct val="25000"/>
            </a:pPr>
            <a:r>
              <a:rPr lang="en-US" sz="1600" dirty="0" err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anoopsarkar.github.io</a:t>
            </a:r>
            <a:r>
              <a:rPr lang="en-US" sz="16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/compilers-class</a:t>
            </a:r>
          </a:p>
          <a:p>
            <a:endParaRPr lang="en-US" dirty="0"/>
          </a:p>
        </p:txBody>
      </p:sp>
      <p:sp>
        <p:nvSpPr>
          <p:cNvPr id="5" name="Shape 66">
            <a:extLst>
              <a:ext uri="{FF2B5EF4-FFF2-40B4-BE49-F238E27FC236}">
                <a16:creationId xmlns:a16="http://schemas.microsoft.com/office/drawing/2014/main" id="{BF37F5F1-0D02-CD43-917E-CD607929CFC8}"/>
              </a:ext>
            </a:extLst>
          </p:cNvPr>
          <p:cNvSpPr/>
          <p:nvPr/>
        </p:nvSpPr>
        <p:spPr>
          <a:xfrm>
            <a:off x="5854132" y="361400"/>
            <a:ext cx="2618325" cy="383175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 anchor="t" anchorCtr="0">
            <a:noAutofit/>
          </a:bodyPr>
          <a:lstStyle/>
          <a:p>
            <a:pPr algn="ctr">
              <a:buClr>
                <a:schemeClr val="dk1"/>
              </a:buClr>
              <a:buSzPct val="250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IN1: Supplemental</a:t>
            </a:r>
          </a:p>
        </p:txBody>
      </p:sp>
    </p:spTree>
    <p:extLst>
      <p:ext uri="{BB962C8B-B14F-4D97-AF65-F5344CB8AC3E}">
        <p14:creationId xmlns:p14="http://schemas.microsoft.com/office/powerpoint/2010/main" val="35962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16A50F-950D-6849-ACB3-47042858C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DE53CFC5-1142-D942-A831-D5B4A4FFA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" y="88900"/>
            <a:ext cx="8371890" cy="495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12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6264C-636D-3745-BF3A-E567CC57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my Professor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238B7F-46C5-654C-8D68-3DD8A91D9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5F544E78-67D2-5E42-8636-1A45D5167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8945"/>
            <a:ext cx="9144000" cy="306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14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8EDC7-D240-BC13-84C4-7B97ED440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A028C-A613-A4B6-1659-44A3BEC0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my Professor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F63608-07AD-BB62-C5EF-7BEF4DE1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6A571D-00DC-CB24-8FC6-0F2B0631E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74" y="1540243"/>
            <a:ext cx="8252052" cy="206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57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1CAA2-5A88-FA4A-8968-4FFF2EF56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my Professor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6A259C-9559-434C-A93B-83C899E16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63655A99-E117-804F-A0DE-6A1F834C0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060"/>
            <a:ext cx="9144000" cy="307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62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1CAA2-5A88-FA4A-8968-4FFF2EF56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my Professor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6A259C-9559-434C-A93B-83C899E16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44360371-F808-2D4B-945F-1E92E2122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6690"/>
            <a:ext cx="9144000" cy="428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014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E7E9-BEFE-5348-BA6A-FD442A13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22342F-00EF-F641-A53D-5688071A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4FA21-AA45-0D42-A5B3-1FC25EE4A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5292"/>
            <a:ext cx="9144000" cy="73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32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E7E9-BEFE-5348-BA6A-FD442A13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22342F-00EF-F641-A53D-5688071A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1F7251-808B-894A-B1E3-33570C764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00381"/>
            <a:ext cx="7580916" cy="197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40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E7E9-BEFE-5348-BA6A-FD442A13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22342F-00EF-F641-A53D-5688071A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DE70FF2D-1B06-AC44-993C-6E6886FEA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024439"/>
            <a:ext cx="8175018" cy="109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61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A65C-C553-2549-9B79-EFECA6831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take this course if you are this guy: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F9610F-0EAB-1C4E-9033-C97A005E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52BF6-6A9C-D04A-BBE8-37A07D64A1C3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A picture containing food&#10;&#10;Description automatically generated">
            <a:extLst>
              <a:ext uri="{FF2B5EF4-FFF2-40B4-BE49-F238E27FC236}">
                <a16:creationId xmlns:a16="http://schemas.microsoft.com/office/drawing/2014/main" id="{F4304FBC-C6C8-EF42-BF81-718207285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016"/>
            <a:ext cx="9144000" cy="315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3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67</Words>
  <Application>Microsoft Macintosh PowerPoint</Application>
  <PresentationFormat>On-screen Show (16:9)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Why you should (not) take a  Compilers course (with Anoop)</vt:lpstr>
      <vt:lpstr>PowerPoint Presentation</vt:lpstr>
      <vt:lpstr>Rate my Professor</vt:lpstr>
      <vt:lpstr>Rate my Professor</vt:lpstr>
      <vt:lpstr>Rate my Professor</vt:lpstr>
      <vt:lpstr>Rate my Professor</vt:lpstr>
      <vt:lpstr>Discord</vt:lpstr>
      <vt:lpstr>Discord</vt:lpstr>
      <vt:lpstr>Discord</vt:lpstr>
      <vt:lpstr>Don’t take this course if you are this guy: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you should take a  Compilers course</dc:title>
  <cp:lastModifiedBy>Anoop Sarkar</cp:lastModifiedBy>
  <cp:revision>50</cp:revision>
  <dcterms:modified xsi:type="dcterms:W3CDTF">2025-05-12T00:04:26Z</dcterms:modified>
</cp:coreProperties>
</file>